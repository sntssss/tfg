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32690-A8AB-4255-84B0-6FBA58D97D0B}" v="6" dt="2022-10-24T16:32:53.8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lar Lopez" userId="dbdff5af8ee8097b" providerId="LiveId" clId="{50B32690-A8AB-4255-84B0-6FBA58D97D0B}"/>
    <pc:docChg chg="custSel addSld delSld modSld">
      <pc:chgData name="Pilar Lopez" userId="dbdff5af8ee8097b" providerId="LiveId" clId="{50B32690-A8AB-4255-84B0-6FBA58D97D0B}" dt="2022-10-24T16:33:08.524" v="149" actId="2890"/>
      <pc:docMkLst>
        <pc:docMk/>
      </pc:docMkLst>
      <pc:sldChg chg="addSp delSp modSp new mod">
        <pc:chgData name="Pilar Lopez" userId="dbdff5af8ee8097b" providerId="LiveId" clId="{50B32690-A8AB-4255-84B0-6FBA58D97D0B}" dt="2022-10-24T16:32:43.252" v="142" actId="14100"/>
        <pc:sldMkLst>
          <pc:docMk/>
          <pc:sldMk cId="871452568" sldId="256"/>
        </pc:sldMkLst>
        <pc:spChg chg="mod">
          <ac:chgData name="Pilar Lopez" userId="dbdff5af8ee8097b" providerId="LiveId" clId="{50B32690-A8AB-4255-84B0-6FBA58D97D0B}" dt="2022-09-22T13:58:45.225" v="135" actId="113"/>
          <ac:spMkLst>
            <pc:docMk/>
            <pc:sldMk cId="871452568" sldId="256"/>
            <ac:spMk id="2" creationId="{6A98D890-8201-D21A-9B25-55B308040C9B}"/>
          </ac:spMkLst>
        </pc:spChg>
        <pc:spChg chg="mod">
          <ac:chgData name="Pilar Lopez" userId="dbdff5af8ee8097b" providerId="LiveId" clId="{50B32690-A8AB-4255-84B0-6FBA58D97D0B}" dt="2022-09-22T11:40:37.637" v="132" actId="20577"/>
          <ac:spMkLst>
            <pc:docMk/>
            <pc:sldMk cId="871452568" sldId="256"/>
            <ac:spMk id="3" creationId="{133633C7-AFF6-17EE-0151-6C977B7687D2}"/>
          </ac:spMkLst>
        </pc:spChg>
        <pc:picChg chg="add del mod">
          <ac:chgData name="Pilar Lopez" userId="dbdff5af8ee8097b" providerId="LiveId" clId="{50B32690-A8AB-4255-84B0-6FBA58D97D0B}" dt="2022-10-24T16:32:15.012" v="136" actId="478"/>
          <ac:picMkLst>
            <pc:docMk/>
            <pc:sldMk cId="871452568" sldId="256"/>
            <ac:picMk id="4" creationId="{85917226-724D-12C8-AA81-43430CCB4B92}"/>
          </ac:picMkLst>
        </pc:picChg>
        <pc:picChg chg="add mod">
          <ac:chgData name="Pilar Lopez" userId="dbdff5af8ee8097b" providerId="LiveId" clId="{50B32690-A8AB-4255-84B0-6FBA58D97D0B}" dt="2022-10-24T16:32:21.700" v="138"/>
          <ac:picMkLst>
            <pc:docMk/>
            <pc:sldMk cId="871452568" sldId="256"/>
            <ac:picMk id="5" creationId="{CE416C37-2919-CA60-5ACD-8CEBC1B1EB5D}"/>
          </ac:picMkLst>
        </pc:picChg>
        <pc:picChg chg="add mod">
          <ac:chgData name="Pilar Lopez" userId="dbdff5af8ee8097b" providerId="LiveId" clId="{50B32690-A8AB-4255-84B0-6FBA58D97D0B}" dt="2022-10-24T16:32:43.252" v="142" actId="14100"/>
          <ac:picMkLst>
            <pc:docMk/>
            <pc:sldMk cId="871452568" sldId="256"/>
            <ac:picMk id="6" creationId="{5706996A-4CB4-D8AC-C7DC-342DFD72B3ED}"/>
          </ac:picMkLst>
        </pc:picChg>
      </pc:sldChg>
      <pc:sldChg chg="addSp delSp modSp new mod modClrScheme chgLayout">
        <pc:chgData name="Pilar Lopez" userId="dbdff5af8ee8097b" providerId="LiveId" clId="{50B32690-A8AB-4255-84B0-6FBA58D97D0B}" dt="2022-10-24T16:32:53.841" v="145"/>
        <pc:sldMkLst>
          <pc:docMk/>
          <pc:sldMk cId="2674293080" sldId="257"/>
        </pc:sldMkLst>
        <pc:spChg chg="del">
          <ac:chgData name="Pilar Lopez" userId="dbdff5af8ee8097b" providerId="LiveId" clId="{50B32690-A8AB-4255-84B0-6FBA58D97D0B}" dt="2022-09-22T11:35:49.132" v="49" actId="700"/>
          <ac:spMkLst>
            <pc:docMk/>
            <pc:sldMk cId="2674293080" sldId="257"/>
            <ac:spMk id="2" creationId="{DAF19472-6CA8-87C3-1F39-E4EC5F5D932C}"/>
          </ac:spMkLst>
        </pc:spChg>
        <pc:spChg chg="del">
          <ac:chgData name="Pilar Lopez" userId="dbdff5af8ee8097b" providerId="LiveId" clId="{50B32690-A8AB-4255-84B0-6FBA58D97D0B}" dt="2022-09-22T11:35:49.132" v="49" actId="700"/>
          <ac:spMkLst>
            <pc:docMk/>
            <pc:sldMk cId="2674293080" sldId="257"/>
            <ac:spMk id="3" creationId="{A875A255-81C3-CF31-05F7-72086801F67F}"/>
          </ac:spMkLst>
        </pc:spChg>
        <pc:picChg chg="add mod">
          <ac:chgData name="Pilar Lopez" userId="dbdff5af8ee8097b" providerId="LiveId" clId="{50B32690-A8AB-4255-84B0-6FBA58D97D0B}" dt="2022-10-24T16:32:53.841" v="145"/>
          <ac:picMkLst>
            <pc:docMk/>
            <pc:sldMk cId="2674293080" sldId="257"/>
            <ac:picMk id="2" creationId="{8C2F3AFF-9765-C449-9955-ADC31F47DA67}"/>
          </ac:picMkLst>
        </pc:picChg>
        <pc:picChg chg="add del mod">
          <ac:chgData name="Pilar Lopez" userId="dbdff5af8ee8097b" providerId="LiveId" clId="{50B32690-A8AB-4255-84B0-6FBA58D97D0B}" dt="2022-10-24T16:32:49.659" v="144" actId="478"/>
          <ac:picMkLst>
            <pc:docMk/>
            <pc:sldMk cId="2674293080" sldId="257"/>
            <ac:picMk id="4" creationId="{A23FF13B-1246-6BBD-76D5-FF0E4C446138}"/>
          </ac:picMkLst>
        </pc:picChg>
      </pc:sldChg>
      <pc:sldChg chg="add">
        <pc:chgData name="Pilar Lopez" userId="dbdff5af8ee8097b" providerId="LiveId" clId="{50B32690-A8AB-4255-84B0-6FBA58D97D0B}" dt="2022-10-24T16:33:05.243" v="148" actId="2890"/>
        <pc:sldMkLst>
          <pc:docMk/>
          <pc:sldMk cId="2063561204" sldId="258"/>
        </pc:sldMkLst>
      </pc:sldChg>
      <pc:sldChg chg="add del">
        <pc:chgData name="Pilar Lopez" userId="dbdff5af8ee8097b" providerId="LiveId" clId="{50B32690-A8AB-4255-84B0-6FBA58D97D0B}" dt="2022-10-24T16:32:58.792" v="146" actId="2696"/>
        <pc:sldMkLst>
          <pc:docMk/>
          <pc:sldMk cId="2980286134" sldId="258"/>
        </pc:sldMkLst>
      </pc:sldChg>
      <pc:sldChg chg="add">
        <pc:chgData name="Pilar Lopez" userId="dbdff5af8ee8097b" providerId="LiveId" clId="{50B32690-A8AB-4255-84B0-6FBA58D97D0B}" dt="2022-10-24T16:33:08.524" v="149" actId="2890"/>
        <pc:sldMkLst>
          <pc:docMk/>
          <pc:sldMk cId="1904923590" sldId="259"/>
        </pc:sldMkLst>
      </pc:sldChg>
      <pc:sldChg chg="add del">
        <pc:chgData name="Pilar Lopez" userId="dbdff5af8ee8097b" providerId="LiveId" clId="{50B32690-A8AB-4255-84B0-6FBA58D97D0B}" dt="2022-10-24T16:33:02.196" v="147" actId="2696"/>
        <pc:sldMkLst>
          <pc:docMk/>
          <pc:sldMk cId="2684294294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AB26C-5448-0E56-08C4-938A6A4B7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008DE9-9A2E-D84F-5742-83FF5BCC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35527F-310D-B012-F0D7-B2C90B6F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DA98E-3837-D845-0ACA-33FFA0DE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18B157-5153-DABE-C6E0-0A3CF7C0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019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A709D-2C44-E5D1-1C47-22297DA7D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5C1EED-B3B5-E526-CC93-58EF06F05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F6EFD1-C989-AF80-E4E7-69BAA81A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529E5B-3A98-9909-347F-103FDDD9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B81B27-01AF-591B-E8E9-63B9C517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895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DB232-D9A1-2501-4B27-082376E1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306D85-AFAB-CFBF-B3FE-1C03661F7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B68D79-4BA0-9185-DF09-F52CAB02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120698-80D5-0CCA-64B2-538DF6627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AA5097-0425-5294-A78F-41F63B3F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427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73B0C-1C84-174D-8E09-E1C7A32D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BD8764-079A-E16B-485E-A37A6B7DF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229CEE-0700-6733-4AB1-FF088E75E3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298BD9-EAB6-B8D3-BCD8-B01545AF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235D25-0712-95DA-9421-525054ED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814406-D401-1AC0-A466-7DE43B390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812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93E63-8BE5-A996-B02E-B285922BC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1B2279-B482-82EF-A407-A2E495AE5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D32945-8E5D-5A8B-7090-4168A4984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F372D2C-6FAA-EEC8-517D-55FFD8720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17519F4-6C90-8DF1-72E1-A4CE508D3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B15C5C-893D-4BD6-4B4D-AE4D5A77D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038AC32-A3FA-3CA1-ADBE-4EB23490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51416E-91F1-1B54-07F6-E1CBAA676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363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511FA-8D28-A95D-CA40-0E876CCD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8CE80D-9D72-6F03-8792-ACDBCDCB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DD4B0E-0267-9FA0-A49C-96CDD8AB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FF098C-FC2A-1C54-05E8-D27D70CB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7064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2426FA-ED15-D1A0-193F-C1A2C1AC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7AF838-082D-9D76-D5F5-FD66B8F7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EDEC6F-2E01-01A9-423B-BF675217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1938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387AD-98BA-1BC7-906E-9FFA23AF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2F4D92-8037-E744-FD38-BF854F0D1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5B8DB4-B62E-4112-98AB-2D9ADE58A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E6B038-2E88-A23F-0035-D1CB15A3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C06A1A-9C23-34F5-69FA-50AD1B93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0B292F-A577-D46F-A97D-B57942170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92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83D88-7594-69A7-58E6-53BD252F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3B9E3A-2465-FF18-3483-3FEF45956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BEF33B-ACF9-F324-1BB8-F973ADF33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E012A1-E8E3-77B9-74B6-CB252588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82563E-4C1A-7E46-5CC1-987F61AB1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DA7A8B-1CF8-30C0-8507-30D1B6E0F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374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AA28A-2146-92FA-1E9D-1E829A708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CA5F34-B6C7-7AD6-F266-7F3A6B301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113C7F-96D3-EE6F-DBEA-B6FE1ACC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560F17-1B29-C993-6306-D539A009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5D32C4-BBF5-5C47-4307-C014C19B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016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DDDC78-8CD8-9D5D-E2A0-E2E810BCA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07FE99-E22A-37F9-91E5-A2EE36159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45335E-C76C-D708-435A-E9EF7126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EA7B1C-155E-F8EB-9EB3-875C6ED4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99507-9DBF-7850-555F-0ABB897F7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234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EDFEB6-ED70-2098-BC2C-19CEA2B8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DE72B8-D726-C1EB-E49D-50854C421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2733DA-087E-38A9-9E25-747CCB88D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849BA-B7D2-4103-87EA-A00E665E55AD}" type="datetimeFigureOut">
              <a:rPr lang="es-ES" smtClean="0"/>
              <a:t>24/10/2022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60D9CB-FD73-ABDA-6269-B02C41448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B7B52F-5D4C-D16E-439D-42B8E5727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3C344-C659-4E3D-9E72-7E08BC9072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895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98D890-8201-D21A-9B25-55B308040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7799"/>
            <a:ext cx="9144000" cy="1219201"/>
          </a:xfrm>
        </p:spPr>
        <p:txBody>
          <a:bodyPr>
            <a:normAutofit/>
          </a:bodyPr>
          <a:lstStyle/>
          <a:p>
            <a:r>
              <a:rPr lang="es-ES" sz="2800" b="1" dirty="0">
                <a:latin typeface="Verdana" panose="020B0604030504040204" pitchFamily="34" charset="0"/>
                <a:ea typeface="Verdana" panose="020B0604030504040204" pitchFamily="34" charset="0"/>
              </a:rPr>
              <a:t>TITULO PROYECTO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3633C7-AFF6-17EE-0151-6C977B768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8160" y="2788920"/>
            <a:ext cx="11277600" cy="3870960"/>
          </a:xfrm>
        </p:spPr>
        <p:txBody>
          <a:bodyPr>
            <a:normAutofit fontScale="40000" lnSpcReduction="20000"/>
          </a:bodyPr>
          <a:lstStyle/>
          <a:p>
            <a:pPr marL="342900" lvl="0" indent="-342900" algn="l">
              <a:lnSpc>
                <a:spcPct val="150000"/>
              </a:lnSpc>
              <a:spcBef>
                <a:spcPts val="65"/>
              </a:spcBef>
              <a:spcAft>
                <a:spcPts val="800"/>
              </a:spcAft>
              <a:buSzPts val="1100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Nombre</a:t>
            </a:r>
            <a:r>
              <a:rPr lang="es-ES" sz="4800" spc="-2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del</a:t>
            </a:r>
            <a:r>
              <a:rPr lang="es-ES" sz="4800" spc="-2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Ciclo</a:t>
            </a:r>
            <a:r>
              <a:rPr lang="es-ES" sz="4800" spc="-2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Formativo</a:t>
            </a:r>
            <a:r>
              <a:rPr lang="es-ES" sz="4800" spc="-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spc="-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correspondiente. Incluyendo  modalidad </a:t>
            </a:r>
            <a:r>
              <a:rPr lang="es-ES" sz="4800" spc="-10" dirty="0" err="1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on</a:t>
            </a:r>
            <a:r>
              <a:rPr lang="es-ES" sz="4800" spc="-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line.</a:t>
            </a:r>
          </a:p>
          <a:p>
            <a:pPr marL="342900" lvl="0" indent="-342900" algn="l">
              <a:lnSpc>
                <a:spcPct val="150000"/>
              </a:lnSpc>
              <a:spcBef>
                <a:spcPts val="75"/>
              </a:spcBef>
              <a:spcAft>
                <a:spcPts val="800"/>
              </a:spcAft>
              <a:buSzPts val="1100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Tutor(a)</a:t>
            </a:r>
            <a:r>
              <a:rPr lang="es-ES" sz="4800" spc="-3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del</a:t>
            </a:r>
            <a:r>
              <a:rPr lang="es-ES" sz="4800" spc="-4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spc="-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proyecto.</a:t>
            </a:r>
            <a:endParaRPr lang="es-ES" sz="4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42900" lvl="0" indent="-342900" algn="l">
              <a:lnSpc>
                <a:spcPct val="150000"/>
              </a:lnSpc>
              <a:spcBef>
                <a:spcPts val="70"/>
              </a:spcBef>
              <a:spcAft>
                <a:spcPts val="800"/>
              </a:spcAft>
              <a:buSzPts val="1100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Nombre</a:t>
            </a:r>
            <a:r>
              <a:rPr lang="es-ES" sz="4800" spc="-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y</a:t>
            </a:r>
            <a:r>
              <a:rPr lang="es-ES" sz="4800" spc="-2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apellidos</a:t>
            </a:r>
            <a:r>
              <a:rPr lang="es-ES" sz="4800" spc="-2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del/los</a:t>
            </a:r>
            <a:r>
              <a:rPr lang="es-ES" sz="4800" spc="-25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es-ES" sz="4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autor/es.</a:t>
            </a:r>
            <a:r>
              <a:rPr lang="es-ES" sz="4800" spc="-1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 </a:t>
            </a:r>
            <a:endParaRPr lang="es-ES" sz="48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50000"/>
              </a:lnSpc>
              <a:spcBef>
                <a:spcPts val="70"/>
              </a:spcBef>
              <a:spcAft>
                <a:spcPts val="800"/>
              </a:spcAft>
              <a:buSzPts val="1100"/>
              <a:tabLst>
                <a:tab pos="293370" algn="l"/>
              </a:tabLst>
            </a:pPr>
            <a:endParaRPr lang="es-ES" sz="4800" spc="-20" dirty="0"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lnSpc>
                <a:spcPct val="150000"/>
              </a:lnSpc>
              <a:spcBef>
                <a:spcPts val="70"/>
              </a:spcBef>
              <a:spcAft>
                <a:spcPts val="800"/>
              </a:spcAft>
              <a:buSzPts val="1100"/>
              <a:buFont typeface="Arial" panose="020B0604020202020204" pitchFamily="34" charset="0"/>
              <a:buChar char="•"/>
              <a:tabLst>
                <a:tab pos="293370" algn="l"/>
              </a:tabLst>
            </a:pPr>
            <a:endParaRPr lang="es-ES" sz="4800" spc="-20" dirty="0"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lnSpc>
                <a:spcPct val="150000"/>
              </a:lnSpc>
              <a:spcBef>
                <a:spcPts val="70"/>
              </a:spcBef>
              <a:spcAft>
                <a:spcPts val="800"/>
              </a:spcAft>
              <a:buSzPts val="1100"/>
              <a:buFont typeface="Arial" panose="020B0604020202020204" pitchFamily="34" charset="0"/>
              <a:buChar char="•"/>
              <a:tabLst>
                <a:tab pos="293370" algn="l"/>
              </a:tabLst>
            </a:pPr>
            <a:endParaRPr lang="es-ES" sz="4800" spc="-20" dirty="0">
              <a:effectLst/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  <a:p>
            <a:pPr marL="342900" lvl="0" indent="-342900" algn="l">
              <a:lnSpc>
                <a:spcPct val="150000"/>
              </a:lnSpc>
              <a:spcBef>
                <a:spcPts val="70"/>
              </a:spcBef>
              <a:spcAft>
                <a:spcPts val="800"/>
              </a:spcAft>
              <a:buSzPts val="1100"/>
              <a:buFont typeface="Arial" panose="020B0604020202020204" pitchFamily="34" charset="0"/>
              <a:buChar char="•"/>
              <a:tabLst>
                <a:tab pos="293370" algn="l"/>
              </a:tabLst>
            </a:pPr>
            <a:r>
              <a:rPr lang="es-ES" sz="4800" spc="-2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Curso académico</a:t>
            </a:r>
            <a:r>
              <a:rPr lang="es-ES" sz="4800" spc="-20" dirty="0">
                <a:effectLst/>
                <a:latin typeface="Verdana" panose="020B060403050404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sz="4800" dirty="0">
              <a:effectLst/>
              <a:latin typeface="Calibri" panose="020F0502020204030204" pitchFamily="34" charset="0"/>
              <a:ea typeface="Courier New" panose="02070309020205020404" pitchFamily="49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  <p:pic>
        <p:nvPicPr>
          <p:cNvPr id="6" name="Imagen 5" descr="Texto&#10;&#10;Descripción generada automáticamente con confianza media">
            <a:extLst>
              <a:ext uri="{FF2B5EF4-FFF2-40B4-BE49-F238E27FC236}">
                <a16:creationId xmlns:a16="http://schemas.microsoft.com/office/drawing/2014/main" id="{5706996A-4CB4-D8AC-C7DC-342DFD72B3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198121"/>
            <a:ext cx="2438400" cy="7176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145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exto&#10;&#10;Descripción generada automáticamente con confianza media">
            <a:extLst>
              <a:ext uri="{FF2B5EF4-FFF2-40B4-BE49-F238E27FC236}">
                <a16:creationId xmlns:a16="http://schemas.microsoft.com/office/drawing/2014/main" id="{8C2F3AFF-9765-C449-9955-ADC31F47DA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198121"/>
            <a:ext cx="2438400" cy="7176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293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exto&#10;&#10;Descripción generada automáticamente con confianza media">
            <a:extLst>
              <a:ext uri="{FF2B5EF4-FFF2-40B4-BE49-F238E27FC236}">
                <a16:creationId xmlns:a16="http://schemas.microsoft.com/office/drawing/2014/main" id="{8C2F3AFF-9765-C449-9955-ADC31F47DA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198121"/>
            <a:ext cx="2438400" cy="7176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356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exto&#10;&#10;Descripción generada automáticamente con confianza media">
            <a:extLst>
              <a:ext uri="{FF2B5EF4-FFF2-40B4-BE49-F238E27FC236}">
                <a16:creationId xmlns:a16="http://schemas.microsoft.com/office/drawing/2014/main" id="{8C2F3AFF-9765-C449-9955-ADC31F47DA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" y="198121"/>
            <a:ext cx="2438400" cy="7176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4923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Office PowerPoint</Application>
  <PresentationFormat>Panorámica</PresentationFormat>
  <Paragraphs>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Tema de Office</vt:lpstr>
      <vt:lpstr>TITULO PROYECTO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PROYECTO</dc:title>
  <dc:creator>Pilar Lopez</dc:creator>
  <cp:lastModifiedBy>Pilar Lopez</cp:lastModifiedBy>
  <cp:revision>1</cp:revision>
  <dcterms:created xsi:type="dcterms:W3CDTF">2022-09-22T11:30:51Z</dcterms:created>
  <dcterms:modified xsi:type="dcterms:W3CDTF">2022-10-24T16:33:11Z</dcterms:modified>
</cp:coreProperties>
</file>